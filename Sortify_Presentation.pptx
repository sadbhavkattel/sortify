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Sortify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Reclaim Your Inbox: Focus on What Matters</a:t>
            </a:r>
          </a:p>
        </p:txBody>
      </p:sp>
      <p:pic>
        <p:nvPicPr>
          <p:cNvPr id="4" name="Picture 3" descr="sortify_logo_mockup_17732869491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114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Email Overload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Inbox noise is a productivity killer.</a:t>
            </a:r>
          </a:p>
          <a:p>
            <a:r>
              <a:t>• Mundane 'Important' emails hide truly urgent ones.</a:t>
            </a:r>
          </a:p>
          <a:p>
            <a:r>
              <a:t>• Constant notifications lead to focus fragmentation.</a:t>
            </a:r>
          </a:p>
          <a:p>
            <a:r>
              <a:t>• Existing filters are often too broad or too complex.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Sortify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sleek, zero-cost urgent email highlighting tool.</a:t>
            </a:r>
          </a:p>
          <a:p>
            <a:r>
              <a:t>• Hybrid rules-based engine for high precision.</a:t>
            </a:r>
          </a:p>
          <a:p>
            <a:r>
              <a:t>• Local execution: High privacy, zero API costs.</a:t>
            </a:r>
          </a:p>
          <a:p>
            <a:r>
              <a:t>• Instant urgency evaluation without heavy 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Android Home Screen Widget for at-a-glance urgency.</a:t>
            </a:r>
          </a:p>
          <a:p>
            <a:r>
              <a:t>• Gmail &amp; Outlook Integration via secure OAuth.</a:t>
            </a:r>
          </a:p>
          <a:p>
            <a:r>
              <a:t>• Privacy-First: No full email bodies stored remotely.</a:t>
            </a:r>
          </a:p>
          <a:p>
            <a:r>
              <a:t>• Custom Glassmorphism UI for a premium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for Stability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Backend: Spring Boot (Java 17) with H2 Database.</a:t>
            </a:r>
          </a:p>
          <a:p>
            <a:r>
              <a:t>• Frontend: React Native for Android.</a:t>
            </a:r>
          </a:p>
          <a:p>
            <a:r>
              <a:t>• Data Security: Local persistence for email snippets only.</a:t>
            </a:r>
          </a:p>
          <a:p>
            <a:r>
              <a:t>• Modern Architecture: Native AppWidgetProvider module.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